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JD Matching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AI/ML capstone project for automated resume screening and candidate-job matching.</a:t>
            </a:r>
          </a:p>
          <a:p>
            <a:pPr>
              <a:defRPr sz="1800"/>
            </a:pPr>
            <a:r>
              <a:t>Domain: HR Tech / NLP</a:t>
            </a:r>
          </a:p>
          <a:p>
            <a:pPr>
              <a:defRPr sz="1800"/>
            </a:pPr>
            <a:r>
              <a:t>Prototype: Streamlit dashboard + trained model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Rank candidates against a job description.</a:t>
            </a:r>
          </a:p>
          <a:p>
            <a:pPr>
              <a:defRPr sz="1800"/>
            </a:pPr>
            <a:r>
              <a:t>Predict fit categories and explain skill gaps.</a:t>
            </a:r>
          </a:p>
          <a:p>
            <a:pPr>
              <a:defRPr sz="1800"/>
            </a:pPr>
            <a:r>
              <a:t>Provide recruiter-friendly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Hugging Face facehuggerapoorv/resume-jd-match.</a:t>
            </a:r>
          </a:p>
          <a:p>
            <a:pPr>
              <a:defRPr sz="1800"/>
            </a:pPr>
            <a:r>
              <a:t>Steps: preprocessing, embeddings, baseline model, advanced model, deployment.</a:t>
            </a:r>
          </a:p>
          <a:p>
            <a:pPr>
              <a:defRPr sz="1800"/>
            </a:pPr>
            <a:r>
              <a:t>Baseline: TF-IDF + Logistic Regression; Advanced: SBERT + XGBoost.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Clean JD and resume text.</a:t>
            </a:r>
          </a:p>
          <a:p>
            <a:pPr>
              <a:defRPr sz="1800"/>
            </a:pPr>
            <a:r>
              <a:t>2. Extract skills and compute skill gap.</a:t>
            </a:r>
          </a:p>
          <a:p>
            <a:pPr>
              <a:defRPr sz="1800"/>
            </a:pPr>
            <a:r>
              <a:t>3. Generate SBERT embeddings.</a:t>
            </a:r>
          </a:p>
          <a:p>
            <a:pPr>
              <a:defRPr sz="1800"/>
            </a:pPr>
            <a:r>
              <a:t>4. Train XGBoost classifier with feature augmentation.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Primary metrics: Accuracy, F1, class-wise performance.</a:t>
            </a:r>
          </a:p>
          <a:p>
            <a:pPr>
              <a:defRPr sz="1800"/>
            </a:pPr>
            <a:r>
              <a:t>Validation and test evaluation with confusion matrix.</a:t>
            </a:r>
          </a:p>
          <a:p>
            <a:pPr>
              <a:defRPr sz="1800"/>
            </a:pPr>
            <a:r>
              <a:t>Limitations and responsible use documented.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Streamlit dashboard for JD resume matching.</a:t>
            </a:r>
          </a:p>
          <a:p>
            <a:pPr>
              <a:defRPr sz="1800"/>
            </a:pPr>
            <a:r>
              <a:t>Docker support added for reproducible deployment.</a:t>
            </a:r>
          </a:p>
          <a:p>
            <a:pPr>
              <a:defRPr sz="1800"/>
            </a:pPr>
            <a:r>
              <a:t>Model artifacts load without retraining during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Application Homepage</a:t>
            </a:r>
          </a:p>
        </p:txBody>
      </p:sp>
      <p:pic>
        <p:nvPicPr>
          <p:cNvPr id="3" name="Picture 2" descr="01_application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7380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Candidate Ranking Results</a:t>
            </a:r>
          </a:p>
        </p:txBody>
      </p:sp>
      <p:pic>
        <p:nvPicPr>
          <p:cNvPr id="3" name="Picture 2" descr="02_candidate_rank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54764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Candidate Ranking Chart</a:t>
            </a:r>
          </a:p>
        </p:txBody>
      </p:sp>
      <p:pic>
        <p:nvPicPr>
          <p:cNvPr id="3" name="Picture 2" descr="03_candidate_rank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49911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Top Candidate Summary</a:t>
            </a:r>
          </a:p>
        </p:txBody>
      </p:sp>
      <p:pic>
        <p:nvPicPr>
          <p:cNvPr id="3" name="Picture 2" descr="04_top_candidat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3561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Skill Gap Analysis</a:t>
            </a:r>
          </a:p>
        </p:txBody>
      </p:sp>
      <p:pic>
        <p:nvPicPr>
          <p:cNvPr id="3" name="Picture 2" descr="05_skill_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2488853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