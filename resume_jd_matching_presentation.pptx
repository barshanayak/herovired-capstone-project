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1498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0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Resume JD Matching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D7E0FF"/>
                </a:solidFill>
              </a:defRPr>
            </a:pPr>
            <a:r>
              <a:t>AI-powered Candidate Ranking, Skill Gap Analysis, and Recruiter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FBEFF"/>
                </a:solidFill>
              </a:defRPr>
            </a:pPr>
            <a:r>
              <a:t>Streamlit Demo · SBERT Embeddings · XGBoost · HR Tech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303520"/>
            <a:ext cx="9144000" cy="365760"/>
          </a:xfrm>
          <a:prstGeom prst="rect">
            <a:avLst/>
          </a:prstGeom>
          <a:solidFill>
            <a:srgbClr val="007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4235A"/>
                </a:solidFill>
              </a:defRPr>
            </a:pPr>
            <a:r>
              <a:t>Project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960962" cy="15388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33264"/>
                </a:solidFill>
              </a:defRPr>
            </a:pPr>
            <a:r>
              <a:rPr dirty="0"/>
              <a:t>A modern HR Tech solution that automates resume screening by matching </a:t>
            </a:r>
            <a:endParaRPr lang="en-US" dirty="0"/>
          </a:p>
          <a:p>
            <a:pPr>
              <a:defRPr sz="2000">
                <a:solidFill>
                  <a:srgbClr val="233264"/>
                </a:solidFill>
              </a:defRPr>
            </a:pPr>
            <a:r>
              <a:rPr dirty="0"/>
              <a:t>candidate resumes to job descriptions.</a:t>
            </a:r>
          </a:p>
          <a:p>
            <a:pPr lvl="1">
              <a:defRPr sz="1800">
                <a:solidFill>
                  <a:srgbClr val="1056A4"/>
                </a:solidFill>
              </a:defRPr>
            </a:pPr>
            <a:r>
              <a:rPr dirty="0"/>
              <a:t>Rank candidates by final match score</a:t>
            </a:r>
          </a:p>
          <a:p>
            <a:pPr lvl="1">
              <a:defRPr sz="1800">
                <a:solidFill>
                  <a:srgbClr val="1056A4"/>
                </a:solidFill>
              </a:defRPr>
            </a:pPr>
            <a:r>
              <a:rPr dirty="0"/>
              <a:t>Analyze skill gaps vs job requirements</a:t>
            </a:r>
          </a:p>
          <a:p>
            <a:pPr lvl="1">
              <a:defRPr sz="1800">
                <a:solidFill>
                  <a:srgbClr val="1056A4"/>
                </a:solidFill>
              </a:defRPr>
            </a:pPr>
            <a:r>
              <a:rPr dirty="0"/>
              <a:t>Provide explainable recruiter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36590" y="2880360"/>
            <a:ext cx="3657600" cy="3200400"/>
          </a:xfrm>
          <a:prstGeom prst="roundRect">
            <a:avLst/>
          </a:prstGeom>
          <a:solidFill>
            <a:srgbClr val="EFF8FF"/>
          </a:solidFill>
          <a:ln>
            <a:solidFill>
              <a:srgbClr val="007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400" b="1">
                <a:solidFill>
                  <a:srgbClr val="0C3C70"/>
                </a:solidFill>
              </a:defRPr>
            </a:pPr>
            <a:r>
              <a:t>Key Features</a:t>
            </a:r>
          </a:p>
          <a:p>
            <a:pPr lvl="1">
              <a:defRPr sz="1600">
                <a:solidFill>
                  <a:srgbClr val="175FA6"/>
                </a:solidFill>
              </a:defRPr>
            </a:pPr>
            <a:r>
              <a:t>Skill Extraction</a:t>
            </a:r>
          </a:p>
          <a:p>
            <a:pPr lvl="1">
              <a:defRPr sz="1600">
                <a:solidFill>
                  <a:srgbClr val="175FA6"/>
                </a:solidFill>
              </a:defRPr>
            </a:pPr>
            <a:r>
              <a:t>Semantic Matching</a:t>
            </a:r>
          </a:p>
          <a:p>
            <a:pPr lvl="1">
              <a:defRPr sz="1600">
                <a:solidFill>
                  <a:srgbClr val="175FA6"/>
                </a:solidFill>
              </a:defRPr>
            </a:pPr>
            <a:r>
              <a:t>Candidate Ranking</a:t>
            </a:r>
          </a:p>
          <a:p>
            <a:pPr lvl="1">
              <a:defRPr sz="1600">
                <a:solidFill>
                  <a:srgbClr val="175FA6"/>
                </a:solidFill>
              </a:defRPr>
            </a:pPr>
            <a:r>
              <a:t>Dashboard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Data &amp; Model Approach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931920" cy="3749039"/>
          </a:xfrm>
          <a:prstGeom prst="roundRect">
            <a:avLst/>
          </a:prstGeom>
          <a:solidFill>
            <a:srgbClr val="FCFAFF"/>
          </a:solidFill>
          <a:ln>
            <a:solidFill>
              <a:srgbClr val="874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400" b="1">
                <a:solidFill>
                  <a:srgbClr val="58289C"/>
                </a:solidFill>
              </a:defRPr>
            </a:pPr>
            <a:r>
              <a:t>Data</a:t>
            </a:r>
          </a:p>
          <a:p>
            <a:pPr lvl="1">
              <a:defRPr sz="1600">
                <a:solidFill>
                  <a:srgbClr val="2D2F58"/>
                </a:solidFill>
              </a:defRPr>
            </a:pPr>
            <a:r>
              <a:t>• Hugging Face resume-job matching dataset</a:t>
            </a:r>
          </a:p>
          <a:p>
            <a:pPr lvl="1">
              <a:defRPr sz="1600">
                <a:solidFill>
                  <a:srgbClr val="2D2F58"/>
                </a:solidFill>
              </a:defRPr>
            </a:pPr>
            <a:r>
              <a:t>• Cleaned job descriptions + PDF resumes</a:t>
            </a:r>
          </a:p>
          <a:p>
            <a:pPr lvl="1">
              <a:defRPr sz="1600">
                <a:solidFill>
                  <a:srgbClr val="2D2F58"/>
                </a:solidFill>
              </a:defRPr>
            </a:pPr>
            <a:r>
              <a:t>• Skill extraction and resume parsing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188720"/>
            <a:ext cx="3931920" cy="3749039"/>
          </a:xfrm>
          <a:prstGeom prst="roundRect">
            <a:avLst/>
          </a:prstGeom>
          <a:solidFill>
            <a:srgbClr val="EFF8FF"/>
          </a:solidFill>
          <a:ln>
            <a:solidFill>
              <a:srgbClr val="187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400" b="1">
                <a:solidFill>
                  <a:srgbClr val="0E5091"/>
                </a:solidFill>
              </a:defRPr>
            </a:pPr>
            <a:r>
              <a:t>Approach</a:t>
            </a:r>
          </a:p>
          <a:p>
            <a:pPr lvl="1">
              <a:defRPr sz="1600">
                <a:solidFill>
                  <a:srgbClr val="1B406A"/>
                </a:solidFill>
              </a:defRPr>
            </a:pPr>
            <a:r>
              <a:t>• SBERT embeddings for semantic similarity</a:t>
            </a:r>
          </a:p>
          <a:p>
            <a:pPr lvl="1">
              <a:defRPr sz="1600">
                <a:solidFill>
                  <a:srgbClr val="1B406A"/>
                </a:solidFill>
              </a:defRPr>
            </a:pPr>
            <a:r>
              <a:t>• XGBoost classifier with feature fusion</a:t>
            </a:r>
          </a:p>
          <a:p>
            <a:pPr lvl="1">
              <a:defRPr sz="1600">
                <a:solidFill>
                  <a:srgbClr val="1B406A"/>
                </a:solidFill>
              </a:defRPr>
            </a:pPr>
            <a:r>
              <a:t>• Combined skill + semantic scoring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Candidate Ranking</a:t>
            </a:r>
          </a:p>
        </p:txBody>
      </p:sp>
      <p:pic>
        <p:nvPicPr>
          <p:cNvPr id="3" name="Picture 2" descr="03_candidate_rank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19" y="1005840"/>
            <a:ext cx="8549581" cy="30948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7159" y="4186444"/>
            <a:ext cx="34747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2285B"/>
                </a:solidFill>
              </a:defRPr>
            </a:pPr>
            <a:r>
              <a:rPr dirty="0"/>
              <a:t>The system ranks candidates by: </a:t>
            </a:r>
          </a:p>
          <a:p>
            <a:pPr lvl="1">
              <a:defRPr sz="1800">
                <a:solidFill>
                  <a:srgbClr val="1B4D98"/>
                </a:solidFill>
              </a:defRPr>
            </a:pPr>
            <a:r>
              <a:rPr dirty="0"/>
              <a:t>60% skill score</a:t>
            </a:r>
          </a:p>
          <a:p>
            <a:pPr lvl="1">
              <a:defRPr sz="1800">
                <a:solidFill>
                  <a:srgbClr val="1B4D98"/>
                </a:solidFill>
              </a:defRPr>
            </a:pPr>
            <a:r>
              <a:rPr dirty="0"/>
              <a:t>40% semantic score</a:t>
            </a:r>
          </a:p>
          <a:p>
            <a:pPr lvl="1">
              <a:defRPr sz="1800">
                <a:solidFill>
                  <a:srgbClr val="1B4D98"/>
                </a:solidFill>
              </a:defRPr>
            </a:pPr>
            <a:r>
              <a:rPr dirty="0"/>
              <a:t>Clear fit categories and recommendations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Top Candidate Insights</a:t>
            </a:r>
          </a:p>
        </p:txBody>
      </p:sp>
      <p:pic>
        <p:nvPicPr>
          <p:cNvPr id="3" name="Picture 2" descr="04_top_candidat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097279"/>
            <a:ext cx="8686801" cy="33314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81124" y="4707516"/>
            <a:ext cx="347472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93C74"/>
                </a:solidFill>
              </a:defRPr>
            </a:pPr>
            <a:r>
              <a:rPr dirty="0"/>
              <a:t>This slide explains why the top candidate stands out and highlights matched/missing skills.</a:t>
            </a:r>
          </a:p>
          <a:p>
            <a:pPr lvl="1">
              <a:defRPr sz="1600">
                <a:solidFill>
                  <a:srgbClr val="18569C"/>
                </a:solidFill>
              </a:defRPr>
            </a:pPr>
            <a:r>
              <a:rPr dirty="0"/>
              <a:t>• Best overall match score</a:t>
            </a:r>
          </a:p>
          <a:p>
            <a:pPr lvl="1">
              <a:defRPr sz="1600">
                <a:solidFill>
                  <a:srgbClr val="18569C"/>
                </a:solidFill>
              </a:defRPr>
            </a:pPr>
            <a:r>
              <a:rPr dirty="0"/>
              <a:t>• Strong recruiter recommendation</a:t>
            </a:r>
          </a:p>
          <a:p>
            <a:pPr lvl="1">
              <a:defRPr sz="1600">
                <a:solidFill>
                  <a:srgbClr val="18569C"/>
                </a:solidFill>
              </a:defRPr>
            </a:pPr>
            <a:r>
              <a:rPr dirty="0"/>
              <a:t>• Transparent skill gap reasoning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Skill Gap Analysis</a:t>
            </a:r>
          </a:p>
        </p:txBody>
      </p:sp>
      <p:pic>
        <p:nvPicPr>
          <p:cNvPr id="3" name="Picture 2" descr="05_skill_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7536730" cy="2759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49527" y="3916290"/>
            <a:ext cx="34747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6335F"/>
                </a:solidFill>
              </a:defRPr>
            </a:pPr>
            <a:r>
              <a:rPr dirty="0"/>
              <a:t>The skill gap visual explains missing and matched skills for better hiring decisions.</a:t>
            </a:r>
          </a:p>
          <a:p>
            <a:pPr lvl="1">
              <a:defRPr sz="1600">
                <a:solidFill>
                  <a:srgbClr val="1656A3"/>
                </a:solidFill>
              </a:defRPr>
            </a:pPr>
            <a:r>
              <a:rPr dirty="0"/>
              <a:t>• Compare JD skills vs resume skills</a:t>
            </a:r>
          </a:p>
          <a:p>
            <a:pPr lvl="1">
              <a:defRPr sz="1600">
                <a:solidFill>
                  <a:srgbClr val="1656A3"/>
                </a:solidFill>
              </a:defRPr>
            </a:pPr>
            <a:r>
              <a:rPr dirty="0"/>
              <a:t>• Identify development opportunities</a:t>
            </a:r>
          </a:p>
          <a:p>
            <a:pPr lvl="1">
              <a:defRPr sz="1600">
                <a:solidFill>
                  <a:srgbClr val="1656A3"/>
                </a:solidFill>
              </a:defRPr>
            </a:pPr>
            <a:r>
              <a:rPr dirty="0"/>
              <a:t>• Support explainable candidate evaluation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App Demo Screenshots</a:t>
            </a:r>
          </a:p>
        </p:txBody>
      </p:sp>
      <p:pic>
        <p:nvPicPr>
          <p:cNvPr id="3" name="Picture 2" descr="01_application_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097280"/>
            <a:ext cx="7499024" cy="2428345"/>
          </a:xfrm>
          <a:prstGeom prst="rect">
            <a:avLst/>
          </a:prstGeom>
        </p:spPr>
      </p:pic>
      <p:pic>
        <p:nvPicPr>
          <p:cNvPr id="4" name="Picture 3" descr="02_candidate_ranking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" y="3774493"/>
            <a:ext cx="6809923" cy="2011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Impact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52823"/>
            <a:ext cx="822960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A2A55"/>
                </a:solidFill>
              </a:defRPr>
            </a:pPr>
            <a:r>
              <a:rPr dirty="0"/>
              <a:t>This solution helps recruiters screen resumes faster with transparent candidate recommendations.</a:t>
            </a:r>
          </a:p>
          <a:p>
            <a:pPr lvl="1">
              <a:defRPr sz="1800">
                <a:solidFill>
                  <a:srgbClr val="114D95"/>
                </a:solidFill>
              </a:defRPr>
            </a:pPr>
            <a:r>
              <a:rPr dirty="0"/>
              <a:t>• Faster hiring decisions</a:t>
            </a:r>
          </a:p>
          <a:p>
            <a:pPr lvl="1">
              <a:defRPr sz="1800">
                <a:solidFill>
                  <a:srgbClr val="114D95"/>
                </a:solidFill>
              </a:defRPr>
            </a:pPr>
            <a:r>
              <a:rPr dirty="0"/>
              <a:t>• Explainable candidate fit</a:t>
            </a:r>
          </a:p>
          <a:p>
            <a:pPr lvl="1">
              <a:defRPr sz="1800">
                <a:solidFill>
                  <a:srgbClr val="114D95"/>
                </a:solidFill>
              </a:defRPr>
            </a:pPr>
            <a:r>
              <a:rPr dirty="0"/>
              <a:t>• Future: richer resume parsing, improved UI, more skill coverage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240</Words>
  <Application>Microsoft Office PowerPoint</Application>
  <PresentationFormat>On-screen Show (4:3)</PresentationFormat>
  <Paragraphs>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BARSHA NAYAK</cp:lastModifiedBy>
  <cp:revision>2</cp:revision>
  <dcterms:created xsi:type="dcterms:W3CDTF">2013-01-27T09:14:16Z</dcterms:created>
  <dcterms:modified xsi:type="dcterms:W3CDTF">2026-06-25T09:03:06Z</dcterms:modified>
  <cp:category/>
</cp:coreProperties>
</file>